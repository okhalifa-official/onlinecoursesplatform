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25000" cy="1333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525000" cy="1333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